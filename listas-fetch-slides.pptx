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Listas, useEffect e fetch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Consumindo uma API pública com React — só GET, sem o nosso backend ainda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4242816"/>
            <a:ext cx="475488" cy="475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103120" y="402336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576" y="4242816"/>
            <a:ext cx="475488" cy="47548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383280" y="402336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4242816"/>
            <a:ext cx="475488" cy="4754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ONDE VIEMOS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temos os blocos básicos — falta trazer dados de fora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vimos: componente, props, state, eventos, inputs controlados e renderização condicional (IMC).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exibir listas, buscar dados de uma API com fetch e controlar o momento da busca com useEffect.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usar uma API pública, a JSONPlaceholder: sem cadastro, sem chave e sem depender do nosso backend.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Reaproveitamos o projeto frontend-pp2 da aula passada: só criamos arquivos novos dentro de src/.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exemplos dos slides podem ser copiados e colados — e já funcionam no npm run dev.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React Router (navegação) e, por fim, o frontend do nosso projeto, consumindo o backend.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API, listas, useEffect + fetch, exercícios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206883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74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API pública — o que é uma API REST, JSONPlaceholder e tipos em TypeScript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788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28917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697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Listas — map, key, lista de objetos e filtros com state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5204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3714750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520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useEffect e fetch — ciclo da busca, carregando/erro, query string, cleanup e hook próprio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34340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" y="4537710"/>
            <a:ext cx="251460" cy="2514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343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Exercícios — posts, usuários, filtros, busca e comentários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API REST pública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endereço na internet que devolve dados em JSON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um conjunto de endereços (endpoints) que outro programa consegue chamar. O backend de vocês também é uma API.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cada recurso tem um endereço (/todos) e o verbo HTTP diz a ação — GET lê, POST cria, PUT atualiza, DELETE apaga.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o formato de texto da resposta; vira objeto/array em JavaScript.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só usamos GET: pedir dados, sem alterar nada.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UMA REQUISIÇÃO GET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https://jsonplaceholder.typicode.com/todos?userId=1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\______________ host ______________/\ recurso /\ query /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 (200 OK) — um array JSON: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"userId": 1,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1,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"title": "delectus aut autem",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"completed": false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HTTP: 200 ok · 404 não encontrado · 500 erro no servidor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a API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JSONPlaceholder: a API que vamos usar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Gratuita, sem chave, sem cadastro — feita para testes e tutoriais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075688"/>
            <a:ext cx="82296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/todos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tarefas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id, title, completed. O mais parecido com a nossa Task: é a base da maioria dos exemplos de hoje.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78708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7852" y="2075688"/>
            <a:ext cx="82296" cy="640080"/>
          </a:xfrm>
          <a:prstGeom prst="rect">
            <a:avLst/>
          </a:prstGeom>
          <a:solidFill>
            <a:srgbClr val="087EA4"/>
          </a:solidFill>
          <a:ln/>
        </p:spPr>
      </p:sp>
      <p:sp>
        <p:nvSpPr>
          <p:cNvPr id="12" name="Text 10"/>
          <p:cNvSpPr/>
          <p:nvPr/>
        </p:nvSpPr>
        <p:spPr>
          <a:xfrm>
            <a:off x="3607308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/users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07308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usuários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07308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email, address (com city) e company (com name). Traz objetos aninhados dentro do objeto.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08776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075688"/>
            <a:ext cx="82296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/posts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posts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37376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userId, id, title, body. Cada post pertence a um usuário e tem comentários.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38844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7988" y="2075688"/>
            <a:ext cx="8229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267444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7444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comentários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67444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postId, id, name, email, body. Também existem /albums (100) e /photos (5000).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a API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Filtros e rotas aninhadas da API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Relações entre recursos, como no nosso Task + Category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query string: /todos?userId=1 devolve só as tarefas do usuário 1.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combinar filtros com &amp;: /todos?userId=1&amp;completed=true.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aninhada: /users/1/todos e /posts/1/comments — um nível, o recurso filho dentro do pai.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API não limita o tamanho da lista: se quisermos só alguns itens, limitamos no cliente com slice.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ENDEREÇOS PARA TESTAR NO NAVEGADOR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https://jsonplaceholder.typicode.com/todos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https://jsonplaceholder.typicode.com/todos/1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https://jsonplaceholder.typicode.com/todos?userId=1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https://jsonplaceholder.typicode.com/todos?userId=1&amp;completed=true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https://jsonplaceholder.typicode.com/users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https://jsonplaceholder.typicode.com/users/1/todos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https://jsonplaceholder.typicode.com/posts/1/comments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/todos/1 devolve UM objeto { ... 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/todos     devolve um ARRAY [ { ... }, ... ]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tipar certo: Todo  vs  Todo[]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a API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EXEMPLO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Testando a API antes de programar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olhe o JSON antes de escrever o componente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uma das URLs no navegador: o JSON aparece como texto — dá para ver os nomes dos campos.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use o console (F12): o fetch devolve uma Promise, e cada .then recebe o resultado da etapa anterior.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aba Network do DevTools aparece cada requisição, com status, tempo e resposta.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o formato da resposta evita erros de tipo depois.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NO CONSOLE DO NAVEGADOR (F12)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fetch('https://jsonplaceholder.typicode.com/todos/1')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.then((resposta) =&gt; resposta.json())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.then((dados) =&gt; console.log(dados));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resultado no console: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 userId: 1, id: 1, title: 'delectus aut autem',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completed: false 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versão com async/await (top-level await no console):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 = await fetch(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'https://jsonplaceholder.typicode.com/users/1'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usuario = await r.json();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console.log(usuario.name, usuario.address.city);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a API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EXEMPLO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Tipando a resposta: src/tipos.ts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interface por recurso, espelhando o JSON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interface descreve os campos que a API devolve — igual ao que fazíamos com DTOs no backend.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Colocamos tudo em um arquivo só e importamos onde precisar: import type { Todo } from "./tipos".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resposta.json() devolve any. A interface ajuda o editor, mas não valida a resposta em tempo de execução.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aninhados viram tipos aninhados: address: { city: string }.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SRC/TIPOS.TS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Todo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userId: number;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completed: boolean;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Post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body: string;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Usuario {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string;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address: { city: string };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company: { name: string };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a API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188720" cy="11887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18745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Listas em React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 transformar um array em elementos JSX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como o React identifica cada item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objetos tipados e renderização condicional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com state — sem guardar a lista filtrada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Renderizando listas com map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array de dados vira um array de elementos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array.map(função) devolve um NOVO array — aqui, um array de &lt;li&gt;.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JSX sabe exibir arrays: cada elemento do array vira um item na tela.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{ } no JSX entra qualquer expressão JavaScript — inclusive o map.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em src/ListaSimples.tsx e renderize &lt;ListaSimples /&gt; no App.tsx.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SRC/LISTASIMPLES.TSX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ListaSimples()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linguagens = ["TypeScript", "React", "Node", "Prisma"];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 className="list-disc pl-6"&gt;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{linguagens.map((nome) =&gt; 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 key={nome}&gt;{nome}&lt;/li&gt;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ListaSimples;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listas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 key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React precisa distinguir um item do outro entre renders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elemento criado dentro de um map precisa de key — sem ela, o console mostra um aviso.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deve ser única entre os irmãos e estável: use o id que vem do dado (t.id).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o índice do array como key: se a lista for filtrada ou reordenada, o React associa o estado ao item errado.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não é uma prop que o componente recebe — ela é só para o React.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O QUE FAZER E O QUE EVITAR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EVITE: índice como key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{tarefas.map((t, i) =&gt; (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 key={i}&gt;{t.titulo}&lt;/li&gt;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PREFIRA: o id do próprio dado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{tarefas.map((t) =&gt; (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 key={t.id}&gt;{t.titulo}&lt;/li&gt;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 componentes próprios, a key vai na tag do componente: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{usuarios.map((u) =&gt; (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&lt;CardUsuario key={u.id} usuario={u} /&gt;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listas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 (1/2)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objetos: os dados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+ array tipado, como se viessem de uma API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é a interface: id, titulo e concluida.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tarefas: Tarefa[] declara o array tipado — o TypeScript avisa se faltar um campo.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ficam fora do componente por enquanto; daqui a pouco virão da API.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início de src/ListaTarefas.tsx. A parte 2 continua logo abaixo.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SRC/LISTATAREFAS.TSX (PARTE 1/2)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Tarefa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titulo: string;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concluida: boolean;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tarefas: Tarefa[] = [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1, titulo: "Ler o capítulo 4", concluida: true },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2, titulo: "Fazer a lista de exercícios", concluida: false },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3, titulo: "Estudar para a prova", concluida: false },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listas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 (2/2)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objetos: o componente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Renderização condicional dentro da lista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return: se a lista estiver vazia, mostra a mensagem e nem chega ao map.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Ternário no className: tarefa concluída fica riscada e cinza (classes do Tailwind).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Ternário no texto: [x] ou [ ] conforme t.concluida.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 parte 2 logo abaixo da parte 1 e renderize &lt;ListaTarefas /&gt; no App.tsx.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SRC/LISTATAREFAS.TSX (PARTE 2/2)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ListaTarefas()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(tarefas.length === 0)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&lt;p&gt;Nenhuma tarefa.&lt;/p&gt;;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 className="space-y-2"&gt;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{tarefas.map((t) =&gt; (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key={t.id}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className={t.concluida ? "line-through text-slate-400" : ""}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{t.concluida ? "[x]" : "[ ]"} {t.titulo}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&lt;/li&gt;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ListaTarefas;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listas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 (1/3)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Filtrando uma lista com state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1: os dados da lista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formato do exemplo anterior: interface Tarefa e um array tipado, agora com quatro tarefas.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pontos para o componente funcionar: importar o useState do React na primeira linha e declarar os dados fora da função.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as partes 1, 2 e 3, nessa ordem, em src/ListaFiltrada.tsx.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SRC/LISTAFILTRADA.TSX (PARTE 1/3)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Tarefa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titulo: string;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concluida: boolean;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tarefas: Tarefa[] = [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1, titulo: "Ler o capítulo 4", concluida: true },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2, titulo: "Fazer a lista de exercícios", concluida: false },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3, titulo: "Estudar para a prova", concluida: false },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 4, titulo: "Entregar o relatório", concluida: true },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listas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 (2/3)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Filtrando uma lista com state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2: state, lista filtrada e checkbox controlado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filter(função) devolve um novo array só com os itens em que a função retorna true.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visiveis é calculada a cada render a partir de tarefas e apenasPendentes: é estado derivado. Não guarde a lista filtrada em outro useState.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 controlado: o valor vem do state (checked) e o onChange atualiza o state. e.target.checked é um boolean (no input de texto era e.target.value).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SRC/LISTAFILTRADA.TSX (PARTE 2/3)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ListaFiltrada()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[apenasPendentes, setApenasPendentes] = useState(false);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visiveis = apenasPendentes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tarefas.filter((t) =&gt; !t.concluida)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tarefas;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className="space-y-3"&gt;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&lt;label className="flex items-center gap-2"&gt;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&lt;input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type="checkbox"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checked={apenasPendentes}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onChange={(e) =&gt; setApenasPendentes(e.target.checked)}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Mostrar apenas pendentes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&lt;/label&gt;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 className="text-sm text-slate-500"&gt;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{visiveis.length} de {tarefas.length} tarefas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&lt;/p&gt;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listas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EXEMPLO (3/3)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Filtrando uma lista com state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3: a lista na tela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 roda sobre visiveis, não sobre tarefas: é isso que faz o filtro aparecer.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clicar no checkbox, o state muda, o React refaz o render e o filter roda de novo.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key={t.id} continua usando o id do dado.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Renderize &lt;ListaFiltrada /&gt; no App.tsx e teste.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SRC/LISTAFILTRADA.TSX (PARTE 3/3)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&lt;ul className="list-disc pl-6"&gt;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{visiveis.map((t) =&gt; 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&lt;li key={t.id}&gt;{t.titulo}&lt;/li&gt;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&lt;/ul&gt;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ListaFiltrada;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listas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188720" cy="11887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18745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useEffect e fetch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e async/await: o que é assíncrono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useEffect: quando e quantas vezes a busca roda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Carregando, erro e vazio: os estados de uma requisição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string, cleanup e um hook próprio (useFetch)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Assíncrono: Promise, async e await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dados na rede leva tempo — o código não pode travar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fetch(url) não devolve os dados: devolve uma Promise, uma promessa de resposta futura.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pausa só a função async até a Promise resolver; o resto da página continua funcionando.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dois awaits: um para a resposta (cabeçalhos/status) e outro para ler o corpo com .json().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resposta.ok é true para status 200–299.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COM ASYNC/AWAIT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buscar()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resposta = await fetch(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"https://jsonplaceholder.typicode.com/todos/1"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console.log(resposta.status); // 200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console.log(resposta.ok);     // true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dados = await resposta.json();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console.log(dados.title);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buscar();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precisamos do useEffect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dados é um efeito colateral — e o render tem que ser puro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corpo do componente roda a cada render. Se o fetch ficar ali, ele roda a cada render.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Pior: a resposta chama setTodos, que provoca um novo render, que faz outro fetch... loop infinito de requisições.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é o lugar para efeitos colaterais: busca de dados, timers, eventos do navegador.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roda DEPOIS do render, e o array de dependências controla quando roda de novo.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ERRADO × CERTO (VERSÃO CURTA)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ERRADO: fetch direto no corpo = loop infinito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Lista()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[todos, setTodos] = useState&lt;Todo[]&gt;([]);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fetch(API).then((r) =&gt; r.json()).then(setTodos);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CERTO: dentro do useEffect, com [] no final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Lista()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[todos, setTodos] = useState&lt;Todo[]&gt;([]);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fetch(API).then((r) =&gt; r.json()).then(setTodos);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ciclo de uma busca de dados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React faz, na ordem, quando o componente usa useEffect + fetch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64308" cy="283464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1442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render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21442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aparece com o estado inicial: lista vazia e carregando = true. Mostra "Carregando...".</a:t>
            </a:r>
            <a:endParaRPr lang="en-US" sz="12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812" y="3364992"/>
            <a:ext cx="310896" cy="31089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24428" y="2103120"/>
            <a:ext cx="2464308" cy="283464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07308" y="22860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3607308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07308" y="2880360"/>
            <a:ext cx="21442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dispara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607308" y="3566160"/>
            <a:ext cx="21442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pintar a tela, o React executa o efeito: o fetch sai para a rede.</a:t>
            </a:r>
            <a:endParaRPr lang="en-US" sz="12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364992"/>
            <a:ext cx="310896" cy="31089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300216" y="2103120"/>
            <a:ext cx="2464308" cy="283464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83096" y="22860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5"/>
          <p:cNvSpPr/>
          <p:nvPr/>
        </p:nvSpPr>
        <p:spPr>
          <a:xfrm>
            <a:off x="6483096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483096" y="2880360"/>
            <a:ext cx="21442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chega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483096" y="3566160"/>
            <a:ext cx="21442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Promise resolve, o código chama setTodos(dados) e setCarregando(false).</a:t>
            </a:r>
            <a:endParaRPr lang="en-US" sz="1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9388" y="3364992"/>
            <a:ext cx="310896" cy="31089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176004" y="2103120"/>
            <a:ext cx="2464308" cy="2834640"/>
          </a:xfrm>
          <a:prstGeom prst="roundRect">
            <a:avLst>
              <a:gd name="adj" fmla="val 29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58884" y="22860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0"/>
          <p:cNvSpPr/>
          <p:nvPr/>
        </p:nvSpPr>
        <p:spPr>
          <a:xfrm>
            <a:off x="9358884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9358884" y="2880360"/>
            <a:ext cx="21442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render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9358884" y="3566160"/>
            <a:ext cx="214426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state mudou, o React refaz o render e a lista aparece. O efeito não roda de novo (array []).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Resumo: render → efeito → setState → render. Por isso o valor inicial do state precisa fazer sentido (lista vazia []) — ele é o que aparece antes de a resposta chegar.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array de dependências do useEffect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segundo argumento decide quando o efeito roda de novo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44824" cy="356616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075688"/>
            <a:ext cx="82296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75688"/>
            <a:ext cx="3179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[])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3179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 vazio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313334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roda uma vez, depois do primeiro render. É o caso de "carregar a lista quando a tela abre".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2064" y="1965960"/>
            <a:ext cx="3544824" cy="356616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1208" y="2075688"/>
            <a:ext cx="82296" cy="640080"/>
          </a:xfrm>
          <a:prstGeom prst="rect">
            <a:avLst/>
          </a:prstGeom>
          <a:solidFill>
            <a:srgbClr val="087EA4"/>
          </a:solidFill>
          <a:ln/>
        </p:spPr>
      </p:sp>
      <p:sp>
        <p:nvSpPr>
          <p:cNvPr id="12" name="Text 10"/>
          <p:cNvSpPr/>
          <p:nvPr/>
        </p:nvSpPr>
        <p:spPr>
          <a:xfrm>
            <a:off x="4550664" y="2075688"/>
            <a:ext cx="3179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[userId])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0664" y="2788920"/>
            <a:ext cx="3179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dependências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50664" y="3337560"/>
            <a:ext cx="313334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no primeiro render e de novo toda vez que userId mudar. É o caso de "recarregar quando o filtro muda".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95488" y="1965960"/>
            <a:ext cx="3544824" cy="356616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4632" y="2075688"/>
            <a:ext cx="8229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4088" y="2075688"/>
            <a:ext cx="31790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24088" y="2788920"/>
            <a:ext cx="317906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array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4088" y="3337560"/>
            <a:ext cx="3133344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depois de TODO render. Com fetch + setState, vira loop infinito. Quase nunca é o que queremos.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StrictMode: por que o fetch roda duas vezes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acontece no npm run dev — não é um bug do seu código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criado pelo Vite envolve o App em &lt;StrictMode&gt; no main.tsx.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desenvolvimento, o StrictMode monta o componente, desmonta e monta de novo para revelar efeitos sem cleanup.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na aba Network você verá a mesma requisição duas vezes. No build de produção, só uma.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correta de lidar com isso é escrever efeitos que aguentem ser repetidos — veremos o cleanup com AbortController.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SRC/MAIN.TSX (JÁ VEM NO PROJETO)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StrictMode } from 'react'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createRoot } from 'react-dom/client'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'./index.css'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App from './App.tsx'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createRoot(document.getElementById('root')!).render(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&lt;StrictMode&gt;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&lt;App /&gt;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&lt;/StrictMode&gt;,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 dev: monta → desmonta → monta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então o useEffect roda 2 vezes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estados de uma requisição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tela que busca dados precisa decidir o que mostrar em cada situação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075688"/>
            <a:ext cx="82296" cy="640080"/>
          </a:xfrm>
          <a:prstGeom prst="rect">
            <a:avLst/>
          </a:prstGeom>
          <a:solidFill>
            <a:srgbClr val="087EA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Carregando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carregando === true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ainda não chegou. Mostre "Carregando..." para o usuário não achar que travou.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78708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7852" y="2075688"/>
            <a:ext cx="8229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07308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07308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 !== null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07308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 de rede ou status ruim (404, 500). O fetch só rejeita em falha de rede: confira resposta.ok.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08776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075688"/>
            <a:ext cx="82296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lista.length === 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37376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certo, mas não veio nada. Mostre "Nenhuma tarefa" em vez de uma tela em branco.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38844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7988" y="2075688"/>
            <a:ext cx="82296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9267444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7444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 dados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67444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agora renderizamos a lista com map. O finally garante que carregando vire false nos dois caminhos.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(1/3)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vinda da API: tipos e state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uso de fetch + useEffect, com todos os estados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importado de tipos.ts: import type porque é só um tipo.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vai em uma constante: /todos?userId=1 devolve as 20 tarefas do usuário 1.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useState&lt;Todo[]&gt;([]): o valor inicial é uma lista vazia, então todos.map nunca explode antes de a resposta chegar.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states: dados, carregando e erro. Cole as partes 1, 2 e 3 em src/ListaApi.tsx.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SRC/LISTAAPI.TSX (PARTE 1/3)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useEffect, useState } from "react";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 { Todo } from "./tipos";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API_URL = "https://jsonplaceholder.typicode.com/todos?userId=1";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ListaApi()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[todos, setTodos] = useState&lt;Todo[]&gt;([]);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[carregando, setCarregando] = useState(true);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[erro, setErro] = useState&lt;string | null&gt;(null);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(2/3)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vinda da API: o efeito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dentro do useEffect, com try / catch / finally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passada ao useEffect não pode ser async; por isso declaramos carregar() dentro e a chamamos em seguida.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resposta.ok: o fetch não lança erro em 404/500 — lançamos nós, com throw new Error.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guarda a mensagem em erro; finally roda sempre e desliga o carregando.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[] no final: a busca roda uma vez, quando o componente aparece.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SRC/LISTAAPI.TSX (PARTE 2/3)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function carregar()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resposta = await fetch(API_URL);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(!resposta.ok)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throw new Error(`Erro HTTP ${resposta.status}`);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dados: Todo[] = await resposta.json();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setTodos(dados);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catch (e)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setErro(e instanceof Error ? e.message : "Erro desconhecido");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finally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setCarregando(false);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carregar();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(3/3)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vinda da API: a tela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antecipados para cada estado, depois a lista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if devolve a tela daquele estado e encerra a função: carregando, erro, vazio.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nenhum deles ocorrer chegamos ao map — o código principal fica sem aninhamento.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key={t.id} usa o id que vem da API.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Renderize &lt;ListaApi /&gt; no App.tsx. Teste o erro trocando a URL por /todoss.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SRC/LISTAAPI.TSX (PARTE 3/3)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(carregando) return &lt;p&gt;Carregando...&lt;/p&gt;;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(erro) return &lt;p className="text-red-600"&gt;Erro: {erro}&lt;/p&gt;;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(todos.length === 0) return &lt;p&gt;Nenhuma tarefa.&lt;/p&gt;;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 className="space-y-1"&gt;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{todos.map((t) =&gt; 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 key={t.id}&gt;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{t.completed ? "[x]" : "[ ]"} {t.title}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&lt;/li&gt;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ListaApi;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string: filtros dinâmicos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Montando a URL com valores que vêm do state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string com crase: `...?userId=${userId}` — o valor do state entra na URL.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filtros se separam com &amp;: ?userId=1&amp;completed=true.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valor vem de um campo de texto, use encodeURIComponent para escapar espaços e símbolos.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valor da URL vem do state, ele precisa estar no array de dependências do useEffect.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MONTANDO URLS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BASE = "https://jsonplaceholder.typicode.com";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userId = 3;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valor do state no meio da url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url1 = `${BASE}/todos?userId=${userId}`;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vários filtros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url2 = `${BASE}/todos?userId=${userId}&amp;completed=true`;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rota aninhada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url3 = `${BASE}/users/${userId}/todos`;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texto digitado pelo usuário (endereço de exemplo)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busca = 'react router';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url4 = `${BASE}/busca?texto=${encodeURIComponent(busca)}`;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.../busca?texto=react%20router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 e race condition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quando o usuário muda o filtro rápido demais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o usuário 1 para 2 antes de a resposta do 1 chegar: a resposta antiga pode chegar depois e sobrescrever a nova. É a race condition.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devolvida pelo useEffect é o cleanup: roda antes do próximo efeito e quando o componente sai da tela.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AbortController cancela o fetch pendente: a Promise rejeita com AbortError, que simplesmente ignoramos.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resolve o aviso do StrictMode: o primeiro fetch é cancelado antes do segundo.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 DO CLEANUP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controller = new AbortController();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fetch(url, { signal: controller.signal })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.then((r) =&gt; r.json())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.then(setDados)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.catch((e) =&gt;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cancelado de propósito: ignora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(e.name !== 'AbortError') setErro(true);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cleanup: roda antes do próximo efeito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controller.abort();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[url]);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(1/4)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por usuário: o state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state para o filtro, outro para os dados, outro para o carregando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 guarda o usuário escolhido; começa em 1. Quem muda o userId é o select (parte 3).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guarda a lista (começa vazia) e carregando indica se há uma busca em andamento.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vem de tipos.ts, como na ListaApi.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as partes 1 a 4, nessa ordem, em src/TarefasPorUsuario.tsx.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SRC/TAREFASPORUSUARIO.TSX (PARTE 1/4)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useEffect, useState } from "react";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 { Todo } from "./tipos";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TarefasPorUsuario()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[userId, setUserId] = useState(1);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[todos, setTodos] = useState&lt;Todo[]&gt;([]);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[carregando, setCarregando] = useState(true);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(2/4)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por usuário: o efeito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depende de userId — muda o filtro, busca de novo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[userId] no final: toda vez que userId mudar, o React executa o cleanup anterior e depois o efeito de novo.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usa o userId na query string; o signal liga o fetch ao AbortController.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catch ignora o AbortError: cancelar de propósito não é erro.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return () =&gt; controller.abort() é o cleanup.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SRC/TAREFASPORUSUARIO.TSX (PARTE 2/4)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controller = new AbortController();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function carregar()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setCarregando(true);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resposta = await fetch(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`https://jsonplaceholder.typicode.com/todos?userId=${userId}`,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 signal: controller.signal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setTodos(await resposta.json());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setCarregando(false);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catch (e)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((e as Error).name !== "AbortError") setCarregando(false);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carregar();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controller.abort();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[userId]);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(3/4)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por usuário: o select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controlado que alimenta o state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controlado: value vem do state, onChange atualiza o state.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e.target.value é sempre string; Number(...) converte para o userId numérico.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 gera as &lt;option&gt;; key e value usam o próprio número.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Mudou o select, mudou o state, o efeito detectou [userId] e a lista foi buscada de novo.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SRC/TAREFASPORUSUARIO.TSX (PARTE 3/4)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className="space-y-3"&gt;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&lt;label className="flex items-center gap-2"&gt;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Usuário: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&lt;select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value={userId}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onChange={(e) =&gt; setUserId(Number(e.target.value))}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className="border rounded px-2 py-1"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{[1, 2, 3, 4, 5, 6, 7, 8, 9, 10].map((n) =&gt;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&lt;option key={n} value={n}&gt;{n}&lt;/option&gt;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))}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&lt;/select&gt;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&lt;/label&gt;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(4/4)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por usuário: a lista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Ternário para alternar entre carregando e lista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carregando for true, mostra "Carregando..."; senão, a lista.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trocar de usuário, setCarregando(true) no começo do efeito mostra o aviso de novo.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troque de usuário várias vezes rápido e confira que a tela termina no último escolhido.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Renderize &lt;TarefasPorUsuario /&gt; no App.tsx.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SRC/TAREFASPORUSUARIO.TSX (PARTE 4/4)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{carregando ? 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&lt;p&gt;Carregando...&lt;/p&gt;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 : 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&lt;ul className="space-y-1"&gt;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{todos.map((t) =&gt; 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&lt;li key={t.id}&gt;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{t.completed ? "[x]" : "[ ]"} {t.title}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&lt;/li&gt;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))}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&lt;/ul&gt;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TarefasPorUsuario;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(1/3)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Usuários: componente para cada item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+ objetos aninhados em um card reutilizável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CardUsuario recebe o usuario inteiro como prop e mostra campos do objeto e dos objetos aninhados (address.city, company.name).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 o que vimos: componente, props tipadas e className do Tailwind.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Isolar o item em um componente deixa o map da lista curto e legível.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de src/Usuarios.tsx; as partes 2 e 3 vêm a seguir.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SRC/USUARIOS.TSX (PARTE 1/3)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useEffect, useState } from "react";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 { Usuario } from "./tipos";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CardUsuario({ usuario }: { usuario: Usuario }) {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className="rounded-lg border p-4"&gt;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 className="font-bold"&gt;{usuario.name}&lt;/h2&gt;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 className="text-sm text-slate-600"&gt;{usuario.email}&lt;/p&gt;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 className="text-sm"&gt;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{usuario.address.city} · {usuario.company.name}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&lt;/p&gt;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(2/3)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Usuários: buscar os dados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simples, sem filtros: array [] e nenhum cleanup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enxuta do fetch (sem tratamento de erro) para destacar a estrutura: state + useEffect com [].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useState&lt;Usuario[]&gt;([]): começa vazio e é preenchido quando a resposta chega.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setUsuarios(await resposta.json()) já grava o resultado do .json() direto no state.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 usaríamos carregando/erro, como na ListaApi.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SRC/USUARIOS.TSX (PARTE 2/3)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Usuarios()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[usuarios, setUsuarios] = useState&lt;Usuario[]&gt;([]);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function carregar() {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resposta = await fetch(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"https://jsonplaceholder.typicode.com/users"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setUsuarios(await resposta.json());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carregar();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[]);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(3/3)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Usuários: a lista de cards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de CardUsuario, com key e props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vai no &lt;CardUsuario key={u.id} /&gt;, na tag do componente — não dentro dele.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usuario={u} passa o objeto inteiro como prop.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com sm:grid-cols-2 do Tailwind: uma coluna no celular e duas em telas maiores.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Renderize &lt;Usuarios /&gt; no App.tsx.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SRC/USUARIOS.TSX (PARTE 3/3)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className="grid gap-3 sm:grid-cols-2"&gt;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{usuarios.map((u) =&gt; 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&lt;CardUsuario key={u.id} usuario={u} /&gt;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Usuarios;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 (1/2)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próprio: useFetch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Extraindo a lógica que se repete em todo componente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escrevemos três vezes dados + carregando + erro + useEffect. Um custom hook guarda isso em um lugar só.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próprio é só uma função cujo nome começa com use e que chama outros hooks.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&lt;T&gt; é um genérico: quem chama diz o tipo dos dados (useFetch&lt;Post[]&gt;).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de src/useFetch.ts (arquivo .ts, não .tsx — não tem JSX).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SRC/USEFETCH.TS (PARTE 1/2)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useEffect, useState } from "react";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useFetch&lt;T&gt;(url: string)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[dados, setDados] = useState&lt;T | null&gt;(null);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[carregando, setCarregando] = useState(true);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[erro, setErro] = useState&lt;string | null&gt;(null);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useEffect(() =&gt; 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controller = new AbortController();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 (2/2)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 próprio: useFetch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lógica, agora com a url como dependência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[url] nas dependências: se a url mudar, busca de novo — serve também para filtros dinâmicos.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controller.signal.aborted: só mexemos no state se esta requisição não foi cancelada.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hook devolve um objeto { dados, carregando, erro }: o componente decide como mostrar.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padrão que bibliotecas como React Query e SWR usam, em versão mínima.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SRC/USEFETCH.TS (PARTE 2/2)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function carregar()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setCarregando(true);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setErro(null);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try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resposta = await fetch(url, { signal: controller.signal });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(!resposta.ok)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throw new Error(`Erro HTTP ${resposta.status}`);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setDados(await resposta.json());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catch (e)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(!controller.signal.aborted) setErro((e as Error).message);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 finally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(!controller.signal.aborted) setCarregando(false);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carregar();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() =&gt; controller.abort();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 [url]);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dados, carregando, erro };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Usando o useFetch: src/Posts.tsx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componente fica só com a tela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useFetch&lt;Post[]&gt;(url): o genérico define o tipo de dados.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posts renomeia na desestruturação — o campo se chama dados, mas aqui faz mais sentido posts.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começa como null, por isso posts?.map: o ?. (optional chaining) só chama map se posts existir.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a ListaApi: o mesmo resultado com muito menos código no componente.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SRC/POSTS.TSX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useFetch } from "./useFetch";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 { Post } from "./tipos";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Posts() {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dados: posts, carregando, erro } = useFetch&lt;Post[]&gt;(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"https://jsonplaceholder.typicode.com/posts?userId=1"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(carregando) return &lt;p&gt;Carregando...&lt;/p&gt;;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(erro) return &lt;p className="text-red-600"&gt;Erro: {erro}&lt;/p&gt;;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 className="space-y-3"&gt;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{posts?.map((p) =&gt; (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 key={p.id}&gt;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&lt;strong&gt;{p.title}&lt;/strong&gt;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&lt;p className="text-sm text-slate-600"&gt;{p.body}&lt;/p&gt;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&lt;/li&gt;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Posts;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(1/2)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Juntando tudo: App.tsx com abas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botão por exemplo, sem precisar editar o App a cada teste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Substitua o conteúdo do App.tsx. Ele importa todos os componentes de hoje.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é um array de objetos { nome, tela }, onde tela já é o JSX do componente.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array alimenta tanto os botões quanto a tela exibida — mais um uso do map com key.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1: imports e o array de exemplos.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SRC/APP.TSX (PARTE 1/2)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"react";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ListaSimples from "./ListaSimples";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ListaTarefas from "./ListaTarefas";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ListaFiltrada from "./ListaFiltrada";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ListaApi from "./ListaApi";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TarefasPorUsuario from "./TarefasPorUsuario";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Usuarios from "./Usuarios";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Posts from "./Posts";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exemplos = [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nome: "Lista simples", tela: &lt;ListaSimples /&gt; },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nome: "Tarefas", tela: &lt;ListaTarefas /&gt; },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nome: "Filtro", tela: &lt;ListaFiltrada /&gt; },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nome: "API", tela: &lt;ListaApi /&gt; },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nome: "Por usuário", tela: &lt;TarefasPorUsuario /&gt; },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nome: "Usuários", tela: &lt;Usuarios /&gt; },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nome: "Posts (hook)", tela: &lt;Posts /&gt; },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87EA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EXEMPLO (2/2)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Juntando tudo: App.tsx com abas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com o índice da aba escolhida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4480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 guarda o índice da aba; clicar em um botão chama setAtual(i).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className com template string e ternário: a aba ativa fica teal, as outras cinza.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{exemplos[atual].tela} renderiza só o componente escolhido; ao trocar de aba, o anterior sai da tela (e o cleanup dele roda).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Pronto: tudo roda com npm run dev, sem tocar no backend.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57800" y="1417320"/>
            <a:ext cx="6355080" cy="4937760"/>
          </a:xfrm>
          <a:prstGeom prst="roundRect">
            <a:avLst>
              <a:gd name="adj" fmla="val 148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32120" y="1618488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SRC/APP.TSX (PARTE 2/2)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32120" y="2011680"/>
            <a:ext cx="58064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[atual, setAtual] = useState(0);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className="mx-auto max-w-3xl p-6"&gt;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className="mb-6 flex flex-wrap gap-2"&gt;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{exemplos.map((ex, i) =&gt; (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&lt;button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key={ex.nome}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onClick={() =&gt; setAtual(i)}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className={`rounded px-3 py-1 ${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i === atual ? "bg-teal-600 text-white" : "bg-slate-200"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}`}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{ex.nome}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&lt;/button&gt;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))}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&lt;/div&gt;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{exemplos[atual].tela}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App;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e como resolver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mensagens que mais aparecem na primeira vez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075688"/>
            <a:ext cx="82296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read properties of undefined (reading 'map')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 inicial errado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map rodou antes de a resposta chegar. Use useState&lt;Todo[]&gt;([]) ou, com null, posts?.map.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78708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7852" y="2075688"/>
            <a:ext cx="82296" cy="640080"/>
          </a:xfrm>
          <a:prstGeom prst="rect">
            <a:avLst/>
          </a:prstGeom>
          <a:solidFill>
            <a:srgbClr val="087EA4"/>
          </a:solidFill>
          <a:ln/>
        </p:spPr>
      </p:sp>
      <p:sp>
        <p:nvSpPr>
          <p:cNvPr id="12" name="Text 10"/>
          <p:cNvSpPr/>
          <p:nvPr/>
        </p:nvSpPr>
        <p:spPr>
          <a:xfrm>
            <a:off x="3607308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sem parar na aba Network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07308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faltou o [ ]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07308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 sem array roda a cada render. Coloque [] (ou as dependências corretas) no final.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08776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075688"/>
            <a:ext cx="82296" cy="640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child in a list should have a unique key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faltou key no map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37376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key={item.id} no elemento mais externo dentro do map.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038844" y="1965960"/>
            <a:ext cx="2601468" cy="3566160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7988" y="2075688"/>
            <a:ext cx="82296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9267444" y="2075688"/>
            <a:ext cx="22357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to fetch / CORS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7444" y="2788920"/>
            <a:ext cx="22357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rede ou origem bloqueada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67444" y="3337560"/>
            <a:ext cx="2189988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URL e a internet. Em APIs próprias, o backend precisa liberar a origem com cors (o nosso já tem).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de hoje e conceitos associados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técnica que usamos, para que serve e onde apareceu</a:t>
            </a:r>
            <a:endParaRPr lang="en-US" sz="15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035040"/>
                <a:gridCol w="2679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vimos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array.map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 array de dados em array de elementos JSX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ListaSimples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key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 estável de cada item (use o id, não o índice)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ListaTarefas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array.filter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derivado: calcular a lista visível, não guardá-la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ListaFiltrada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fetch + await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Promise: resposta futura; .ok e .json()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useEffect + [ 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Efeito colateral depois do render; [] = uma vez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carregando / erro / vazio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fetch tem estados de interface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query string + [userId]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Dependência: o efeito refaz quando o valor muda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TarefasPorUsuario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AbortController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Cleanup: cancela a requisição antiga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TarefasPorUsuario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D948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 hook useFetch&lt;T&gt;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Reaproveitar lógica com hooks e genéricos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useEffect e fetch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1188720" cy="11887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286000" y="18745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Resolvam no mesmo projeto frontend-pp2, um componente por arquivo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 a JSONPlaceholder (só GET) e renderizem cada exercício no App.tsx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Tratem sempre os estados: carregando, erro e vazio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Consultem os slides de exemplo sempre que precisarem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posts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fetch + useEffect + map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src/ListaPosts.tsx que busca https://jsonplaceholder.typicode.com/posts?userId=1.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os títulos em uma lista numerada (&lt;ol&gt;).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Exiba "Carregando..." enquanto busca e uma mensagem se der erro.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mostre também o body de cada post, em letra menor e cinza.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3840480"/>
          </a:xfrm>
          <a:prstGeom prst="roundRect">
            <a:avLst>
              <a:gd name="adj" fmla="val 1905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ESPERADO NO APP.TSX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className="p-6"&gt;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&lt;ListaPosts /&gt;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posts do usuário 1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&lt;ol&gt; com &lt;li key={p.id}&gt;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de usuários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aninhados e links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https://jsonplaceholder.typicode.com/users e mostre em uma &lt;table&gt;.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Colunas: nome, e-mail, cidade (address.city) e empresa (company.name).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e-mail deve ser um link mailto: (&lt;a href={`mailto:${u.email}`}&gt;).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crie um componente LinhaUsuario para cada &lt;tr&gt; e passe o usuário por props.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ESPERADA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&lt;tr&gt;&lt;th&gt;Nome&lt;/th&gt;...&lt;/tr&gt;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{usuarios.map((u) =&gt; (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&lt;tr key={u.id}&gt;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&lt;td&gt;{u.name}&lt;/td&gt;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&lt;/tr&gt;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))}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11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Tarefas com filtro de status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derivado com botões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/todos?userId=1 e mostre as tarefas riscando as concluídas.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três botões: Todas, Pendentes e Concluídas, guardando o filtro em um useState.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 lista visível com filter (sem outro state) e mostre o contador "N tarefas".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destaque o botão do filtro ativo, como fizemos nas abas do App.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66344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Filtro = 'todas' | 'pendentes'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| 'concluidas';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[filtro, setFiltro] =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useState&lt;Filtro&gt;('todas');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visiveis = todos.filter((t) =&gt;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(filtro === 'pendentes')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!t.completed;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(filtro === 'concluidas')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t.completed;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true;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por título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controlado + filter sobre dados da API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todos os posts (/posts, são 100) uma única vez, com [].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um &lt;input&gt; controlado; a cada tecla, filtre os posts cujo título inclui o texto digitado.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maiúsculas/minúsculas e mostre "Nenhum resultado" quando a lista ficar vazia.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mostre quantos posts foram encontrados, "7 de 100".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114800"/>
          </a:xfrm>
          <a:prstGeom prst="roundRect">
            <a:avLst>
              <a:gd name="adj" fmla="val 1778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[busca, setBusca] = useState('');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encontrados = posts.filter((p) =&gt;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p.title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.toLowerCase()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.includes(busca.toLowerCase())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filtro é feito no cliente: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busca NÃO dispara novo fetch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Comentários de um post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no useEffect + rota aninhada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&lt;input type="number"&gt; (1 a 100) que guarda o id do post escolhido.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Busque /posts/${id}/comments sempre que o id mudar ([postId] no useEffect).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nome, e-mail e texto de cada comentário e a quantidade total.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use AbortController no cleanup e teste digitando números rápido.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75488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[postId, setPostId] = useState(1);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fetch(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  `.../posts/${postId}/comments`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)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[postId]);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type='number' min={1} max={100}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value={postId}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onChange={(e) =&gt;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setPostId(Number(e.target.value))}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123" y="574243"/>
            <a:ext cx="451714" cy="451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600200" y="621792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Botão recarregar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Forçando um novo fetch com um contador no state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011680"/>
            <a:ext cx="6355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a ListaApi e acrescente um botão "Recarregar".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const [tentativa, setTentativa] = useState(0); o botão faz setTentativa(tentativa + 1).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tentativa no array de dependências: toda vez que mudar, o efeito busca de novo.</a:t>
            </a:r>
            <a:endParaRPr lang="en-US" sz="1450" dirty="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a hora da última atualização. Desafio: troque a URL por uma errada, veja o erro e use o botão como "Tentar de novo".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269480" y="1417320"/>
            <a:ext cx="4343400" cy="4572000"/>
          </a:xfrm>
          <a:prstGeom prst="roundRect">
            <a:avLst>
              <a:gd name="adj" fmla="val 1684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01600" dist="38100" dir="5400000">
              <a:srgbClr val="0F172A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43800" y="161848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011680"/>
            <a:ext cx="3794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[tentativa, setTentativa] =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useState(0);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useEffect(() =&gt; {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fetch ...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[tentativa]);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onClick={() =&gt;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setTentativa(tentativa + 1)}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Recarregar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exercícios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 PRÓXIMA AULA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sabemos buscar — e onde vamos usar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830" y="22974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1762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Renderizar listas com map e key, filtrando com estado derivado.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852928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295579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834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dados com fetch dentro de useEffect, controlando quando o efeito roda.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22960" y="3511296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3614166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49300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carregando, erro e vazio, e cancelar requisições antigas.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22960" y="41696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4272534"/>
            <a:ext cx="251460" cy="251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415137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Reaproveitar a lógica em um hook próprio, o useFetch.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22960" y="4828032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4930902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63040" y="480974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React Router — telas diferentes (/users, /users/1) no mesmo projeto.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822960" y="5486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830" y="5589270"/>
            <a:ext cx="251460" cy="2514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463040" y="54681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o frontend do nosso projeto, consumindo as rotas /tasks e /categories do backend.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II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029200" y="64465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2026-10-08T20:32:13Z</dcterms:created>
  <dcterms:modified xsi:type="dcterms:W3CDTF">2026-10-08T20:32:13Z</dcterms:modified>
</cp:coreProperties>
</file>