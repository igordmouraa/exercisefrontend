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 ao Frontend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 CSS — do zero, sem conectar no backend ainda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4242816"/>
            <a:ext cx="475488" cy="475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03120" y="402336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76" y="4242816"/>
            <a:ext cx="475488" cy="47548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83280" y="402336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36" y="4242816"/>
            <a:ext cx="475488" cy="4754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VIEMOS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backend está pronto — agora o frontend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API de Task + Category já está no ar, com todas as camadas prontas.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vocês já conhecem — hoje é só sobre as ferramentas novas.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tecnologias: Vite (ferramenta de build), React (biblioteca de UI) e Tailwind CSS (estilização).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é só conceito, instalação e exemplos soltos — o frontend do projeto (consumindo /tasks e /categories) fica pra próxima aula.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Conceito, instalação, exemplos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0688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Conceitos — o que é Vite, React e Tailwind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" y="28917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697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Instalação — criando o projeto do zero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71475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520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Exemplos simples — componente, props, state e entrada de dados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434340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31520" y="4434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" y="453771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343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Exercícios — praticando props, state e botões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Vite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que roda e empacota o projeto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não é um framework de UI — é uma ferramenta de build e um servidor de desenvolvimento.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dev super rápido, com Hot Module Replacement: salvou o arquivo, a tela atualiza sozinha, sem perder o estado.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hora de publicar (build), empacota tudo em arquivos estáticos otimizados.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ferramenta que vamos usar pra criar o projeto React do zero — o papel dele é parecido com o do npm/tsx no backend.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57200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 = dev server + build tool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sobe o servidor local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HMR: salva o arquivo,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tela atualiza sozinha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gera os arquivos finais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prontos pra publicar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React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biblioteca para construir interfaces em componentes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é uma biblioteca de UI: a tela é dividida em componentes — pedaços reutilizáveis de interface.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é uma função que devolve o que deve aparecer na tela.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podem receber dados (props) e guardar informação própria que muda com o tempo (state).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state muda, o React refaz o render só do que precisa mudar — não a página inteira.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57200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Ola()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&lt;h1&gt;Olá, PP2!&lt;/h1&gt;;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Ola é um componente: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uma função que devolve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que aparece na tela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JSX — parece HTML, mas é JavaScript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sintaxe que o React usa para descrever a tela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permite escrever algo parecido com HTML dentro do código JavaScript/TypeScript.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baixo dos panos, cada tag JSX vira uma chamada de função — não é HTML de verdade.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usar uma variável ou expressão dentro do JSX, coloca entre chaves: { }.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do HTML vira className no JSX, porque class já é palavra reservada em JavaScript.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57200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JSX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nome = "Daniel";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Saudacao()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className="p-4"&gt;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&lt;h1&gt;Olá, {nome}!&lt;/h1&gt;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e Props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são os parâmetros de um componente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componente pode receber dados de fora através de props — igual parâmetros de uma função.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TypeScript, tipamos as props com uma interface, do mesmo jeito que tipamos um DTO no backend.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são só leitura: o componente não deve alterar o que recebeu.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assim que um mesmo componente (ex: um Card) se torna reutilizável pra vários dados diferentes.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93776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PROPS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CardProps {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Card(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title }: CardProps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&lt;div&gt;{title}&lt;/div&gt;;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uso: &lt;Card title="Oi" /&gt;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com useState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memória de um componente entre um render e outro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devolve uma dupla: o valor atual e uma função pra atualizá-lo.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Chamar a função de atualização faz o React refazer o render do componente com o novo valor.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useState, uma variável comum “esqueceria” o valor a cada novo render — o state é o que persiste.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Hook: só pode ser chamado direto dentro de um componente, nunca dentro de um if ou de um loop.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502920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STATE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Contador() {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[n, setN] = useState(0);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onClick={() =&gt; setN(n + 1)}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Cliques: {n}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Tailwind CSS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Estilizar direto no JSX, sem escrever arquivos de CSS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é utility-first: cada classe já é uma regra CSS pronta (ex: p-4 = padding, text-white = cor do texto).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nomear uma classe e escrever CSS separado, combina várias classes utilitárias direto no className.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Tailwind escaneia o projeto, encontra as classes usadas e gera só o CSS necessário.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de arquivo de configuração pra começar — o plugin do Vite já resolve tudo.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93776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CLASSES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className="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bg-teal-600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text-white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px-4 py-2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rounded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hover:bg-teal-700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Salvar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188720" cy="11887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0" y="18745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Instalação — criando o projeto do zero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projeto com o Vite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e configurar o Tailwind CSS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TERMINAL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o projeto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create baixa e configura o template pra gente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create vite@latest baixa a ferramenta de scaffolding do Vite.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depois do @latest é o nome da pasta do projeto.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--template react-ts já vem com React e TypeScript configurados — sem escolher nada no prompt interativo.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baixa as dependências listadas no package.json gerado.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57200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create vite@latest \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frontend-pp2 -- \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--template react-ts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frontend-pp2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instalação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TERMINAL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Rodando o projeto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 sobe o servidor local do Vite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 inicia o servidor de desenvolvimento.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padrão abre em http://localhost:5173.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 esse terminal rodando — cada Ctrl+S no código atualiza a tela sozinha (HMR).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57200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dev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VITE ready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➜  Local: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http://localhost:5173/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instalação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ESTRUTURA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Vite gerou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é o ponto de entrada — diferente de outras ferramentas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fica na raiz do projeto (não escondido dentro de uma pasta public/).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src/main.tsx é o primeiro código a rodar — ele “monta” o App dentro do index.html.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src/App.tsx é o componente raiz — tudo que vocês vão construir parte dele.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vite.config.ts é onde configuramos plugins, como o do React e, daqui a pouco, o do Tailwind.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57200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PASTAS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frontend-pp2/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vite.config.ts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package.json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src/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main.tsx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App.tsx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index.css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instalação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TAILWIND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Instalando o Tailwind CSS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do Vite + um import — sem arquivo de config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@tailwindcss/vite é o plugin oficial — ele entra na lista de plugins do vite.config.ts.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src/index.css só precisa de uma linha: @import "tailwindcss";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mais tailwind.config.js obrigatório — o Tailwind 4 já funciona no modo zero-config.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Reiniciar o npm run dev depois de mexer no vite.config.ts.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502920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+ VITE.CONFIG.TS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tailwindcss \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@tailwindcss/vite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vite.config.ts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tailwindcss from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"@tailwindcss/vite";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{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plugins: [react(), tailwindcss()],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src/index.css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@import "tailwindcss";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instalação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188720" cy="11887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0" y="18745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simples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componente com Tailwind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e state — ainda sem conectar no backend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EXEMPLO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componente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Substituindo o conteúdo de src/App.tsx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é só mais um componente — o de nível mais alto.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className recebe as classes do Tailwind: aqui, centraliza tudo na tela e define o fundo.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default App é o que permite o main.tsx importar e “montar” esse componente.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502920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SRC/APP.TSX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className="min-h-screen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flex items-center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justify-center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bg-slate-100"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 className="text-3xl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font-bold"&gt;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Hello, PP2!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&lt;/h1&gt;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App;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exemplos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EXEMPLO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componente com props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Card, reaproveitado com dados diferentes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CardProps é a interface que descreve os dados que o Card espera receber.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title, description } desestrutura as props direto nos parâmetros da função.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default é o que permite importar o Card em outro arquivo.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Sozinho ele não aparece em lugar nenhum — falta importar e renderizar no App.tsx (próximo slide mostra como).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93776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SRC/CARD.TSX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CardProps {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description: string;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Card(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title, description }: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CardProps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className="rounded-lg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border p-4"&gt;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 className="font-bold"&gt;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{title}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&lt;/h2&gt;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&lt;p&gt;{description}&lt;/p&gt;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Card;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exemplos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EXEMPLO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Usando o Card no App.tsx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o componente e renderizar com dados diferentes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Card from "./Card" traz o componente que criamos no slide anterior.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&lt;Card ... /&gt; no JSX é uma instância nova, com suas próprias props.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assim que ganha-se reuso de verdade: o mesmo componente, dados diferentes.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512064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SRC/APP.TSX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Card from "./Card";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className="p-6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flex flex-col gap-3"&gt;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&lt;Card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title="Estudar"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description="Ler cap. 4"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&lt;Card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title="Exercício"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description="Fazer a lista"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App;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exemplos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EXEMPLO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componente com state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clássico contador — pra ver o re-render acontecendo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começa em 0; cada clique chama setN(n + 1).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clique, o React refaz o render do Contador com o novo valor de n.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onClick={() =&gt; setN(n + 1)} — uma função anônima, pra só rodar quando o botão for clicado.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default de novo: sem isso, o App.tsx não consegue importar o Contador.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93776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SRC/CONTADOR.TSX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Contador() {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[n, setN] = useState(0);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onClick={() =&gt; setN(n + 1)}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className="bg-teal-600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text-white px-4 py-2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rounded"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Cliques: {n}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Contador;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exemplos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EXEMPLO (1/3)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de dados: calculadora de IMC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com inputs controlados — parte 1: state e cálculo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= peso ÷ (altura × altura). O usuário digita peso e altura; o app mostra o resultado.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campo do formulário tem seu próprio state: peso e altura.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Guardamos como string porque o input sempre devolve texto — Number() converte só na hora do cálculo.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começa como null (nada calculado ainda); o tipo number | null deixa isso explícito pro TypeScript.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calcular() valida antes de dividir — evita dividir por zero ou campo vazio.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502920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SRC/IMC.TSX (1/3)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campo =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"border rounded px-3 py-2";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Imc() {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[peso, setPeso] = useState("");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[altura, setAltura] =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useState("");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[imc, setImc] =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useState&lt;number | null&gt;(null);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calcular() {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 = Number(peso);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 = Number(altura);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 &gt; 0 &amp;&amp; a &gt; 0) {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setImc(p / (a * a));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exemplos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EXEMPLO (2/3)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controlados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2: o React é a fonte da verdade do que está no campo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controlado: value vem do state e onChange atualiza o state — o campo nunca guarda o valor sozinho.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é o evento da digitação; e.target.value é o texto que o usuário acabou de digitar.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tecla, o state muda e o React refaz o render do componente com o novo valor.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type="number" só muda o teclado e a validação do navegador — o valor continua chegando como string.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502920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SRC/IMC.TSX (2/3)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className="p-6 flex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flex-col gap-3 w-64"&gt;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type="number"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placeholder="Peso (kg)"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value={peso}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onChange={(e) =&gt;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setPeso(e.target.value)}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className={campo}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type="number"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step="0.01"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placeholder="Altura (m)"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value={altura}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onChange={(e) =&gt;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setAltura(e.target.value)}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className={campo}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exemplos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EXEMPLO (3/3)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Botão, resultado condicional e uso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3: calcular no clique e mostrar o resultado só quando existir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chama calcular() no clique — o cálculo não roda a cada tecla.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{imc !== null &amp;&amp; (...)} é renderização condicional: o parágrafo só aparece depois que há um IMC.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toFixed(1) arredonda para uma casa decimal na hora de exibir.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ver na tela: no App.tsx, import Imc from "./Imc" e renderize &lt;Imc /&gt;.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93776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SRC/IMC.TSX (3/3)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onClick={calcular}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className="bg-teal-600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text-white rounded py-2"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Calcular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{imc !== null &amp;&amp; (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&lt;p&gt;IMC: {imc.toFixed(1)}&lt;/p&gt;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Imc;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exemplos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EXEMPLO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Juntando tudo no App.tsx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Contador e Imc — três componentes, cada um com seu state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App.tsx pode importar quantos componentes precisar.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guarda seu próprio state — o contador não interfere no Imc, nem vice-versa.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já roda de verdade no npm run dev, sem tocar em nenhuma rota do backend.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502920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SRC/APP.TSX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Card from "./Card";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Contador from "./Contador";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Imc from "./Imc";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className="p-6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flex flex-col gap-3"&gt;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&lt;Card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title="Estudar"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description="Ler cap. 4"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&lt;Contador /&gt;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&lt;Imc /&gt;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endParaRPr lang="en-US" sz="1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App;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exemplos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188720" cy="11887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0" y="18745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exercícios para praticar props, state, botões e inputs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Resolvam no mesmo projeto frontend-pp2, um componente por arquivo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 · PROPS + BOTÃO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Botão reutilizável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componente, vários botões diferentes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src/Botao.tsx: um componente que recebe as props texto, variante e onClick.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só aceita "primario" ou "perigo" — use um tipo união do TypeScript.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primario usa fundo bg-teal-600; perigo usa bg-red-600 (dica: operador ternário no className).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App.tsx, renderize pelo menos 3 botões diferentes, cada um mostrando um alert() ao ser clicado.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onClick é uma prop como as outras — o tipo dela é () =&gt; void.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93776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ESPERADO NO APP.TSX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&lt;Botao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texto="Salvar"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variante="primario"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onClick={() =&gt; alert("Salvo!")}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&lt;Botao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texto="Excluir"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variante="perigo"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onClick={() =&gt; alert("Excluído!")}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exercícios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 · PROPS + STATE + BOTÕES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Contador com passo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Evoluindo o contador da aula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Evolua o Contador para ter três botões: “−” (diminui), “+” (aumenta) e “Zerar”.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prop passo (number): quanto somar ou subtrair a cada clique.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nunca pode ficar abaixo de zero.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App.tsx, renderize dois contadores com passos diferentes e confira que clicar em um não muda o outro.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pra pensar: por que cada &lt;Contador /&gt; tem seu próprio valor?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57200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ESPERADO NO APP.TSX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&lt;Contador passo={1} /&gt;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&lt;Contador passo={5} /&gt;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cada instância tem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seu próprio state: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clicar em um contador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não altera o outro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exercícios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 · PROPS + STATE + BOTÃO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Cartão de produto com curtidas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tudo: dados vêm por props, as curtidas ficam no state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src/CartaoProduto.tsx com as props nome (string) e preco (number).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o preço com duas casas decimais (dica: preco.toFixed(2)).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cartão, um botão "Curtir" com state próprio, exibindo o total: Curtidas: 3.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App.tsx, renderize 3 produtos diferentes e curta cada um separadamente.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Bônus: pesquise como usar .map() para renderizar os cartões a partir de um array de produtos.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93776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ESPERADO NO APP.TSX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&lt;CartaoProduto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nome="Teclado"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preco={149.9}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&lt;CartaoProduto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nome="Mouse"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preco={79.5}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&lt;CartaoProduto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nome="Monitor"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preco={899}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exercícios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4 · PROPS + STATE + BOTÃO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Cartão de tarefa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booleano: concluída ou não concluída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src/TarefaCard.tsx com a prop titulo (string).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dele, um state concluida (boolean), começando em false.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botão alterna entre “Concluir” e “Desfazer”, e o texto do botão muda conforme o state.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concluída, o título aparece riscado e em cinza (dica: className condicional com line-through e text-slate-400).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App.tsx, renderize 3 tarefas e confirme que cada uma é concluída de forma independente.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Bônus: mude a cor da borda do cartão para verde quando concluída.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93776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ESPERADO NO APP.TSX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&lt;TarefaCard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titulo="Estudar React"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&lt;TarefaCard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titulo="Fazer exercícios"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&lt;TarefaCard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titulo="Revisar props"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exercícios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5 · PROPS + INPUT + BOTÃO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Conversor de moeda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controlados, como no IMC — agora com props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src/ConversorMoeda.tsx com as props moeda (string, ex: "USD") e taxa (number: quanto vale R$ 1).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input controlado recebe o valor em reais (state como string, igual ao IMC).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botão “Converter” calcula valor × taxa e guarda o resultado em um state number | null.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só aparece depois de converter, com duas casas decimais e a moeda: 18.00 USD.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App.tsx, renderize dois conversores (dólar e euro) e confira que cada um tem seu próprio campo e resultado.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93776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ESPERADO NO APP.TSX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&lt;ConversorMoeda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moeda="USD"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taxa={0.18}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&lt;ConversorMoeda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moeda="EUR"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taxa={0.16}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exercícios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6 · PROPS + STATE + BOTÕES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Enquete com dois botões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states no mesmo componente e um valor calculado a partir deles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src/Enquete.tsx com as props pergunta, opcaoA e opcaoB (todas string).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states: votosA e votosB, ambos começando em 0.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botões, um por opção, cada um mostrando o texto e o total de votos: TypeScript (3).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uma frase embaixo dizendo quem está na frente, ou “Empate”.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essa frase não precisa de state próprio — calcule direto no corpo do componente comparando votosA e votosB.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Bônus: um botão “Zerar votos”.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93776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ESPERADO NO APP.TSX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&lt;Enquete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pergunta="Melhor linguagem?"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opcaoA="TypeScript"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opcaoB="Python"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&lt;Enquete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pergunta="Melhor editor?"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opcaoA="VS Code"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opcaoB="WebStorm"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exercícios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FINAL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do frontend prontos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construir o frontend de verdade, consumindo /tasks e /categories.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7546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63347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criado com npm create vite@latest --template react-ts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31012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3412998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29184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instalado e funcionando (@tailwindcss/vite)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396849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4071366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95020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Entendem JSX, componentes, props e className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22960" y="462686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729734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60857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Usaram useState e inputs controlados (contador e IMC)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822960" y="528523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5388102"/>
            <a:ext cx="251460" cy="2514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63040" y="526694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 a diferença entre Vite, React e Tailwind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2026-10-05T19:29:14Z</dcterms:created>
  <dcterms:modified xsi:type="dcterms:W3CDTF">2026-10-05T19:29:14Z</dcterms:modified>
</cp:coreProperties>
</file>